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>
      <p:cViewPr varScale="1">
        <p:scale>
          <a:sx n="55" d="100"/>
          <a:sy n="55" d="100"/>
        </p:scale>
        <p:origin x="4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A8C64-B0ED-7645-9C34-33931EEAD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F90722-9CB9-53D2-6063-8A9ADBA0A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8ADB3-3F62-17FE-E2BC-98B03BB08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1530-03D7-4F93-974C-85EA7F9839B4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52597-E110-740A-5F2B-4490F616A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5A030-4063-7EF8-9507-7E1F0CDC0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7ACBB-D557-4F83-898E-93B77D747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61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706AF-1CF0-3159-B76A-A8726C055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1937B-366A-0155-A734-9E06EF34C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751F2-4437-EDD6-BDD5-972A7F8FD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1530-03D7-4F93-974C-85EA7F9839B4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8C5AE-B953-A9FF-D041-4D3B93687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81747-3A25-2468-3FE1-050B6C9B9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7ACBB-D557-4F83-898E-93B77D747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2449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3D4EE-6025-4130-56B7-D38228DA9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440AC-0CF8-895D-725C-ACA15AF10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C77E2-C1F4-BA26-6DDA-EEA505610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1530-03D7-4F93-974C-85EA7F9839B4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4819C-0EA3-1495-E7C7-72A086E34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22186-BCC6-B568-FD33-D0B94756E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7ACBB-D557-4F83-898E-93B77D747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728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1E64-B3FF-2D89-5063-BC8321953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DDF5D-8894-8788-9B84-A4E186CE4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7FF1C-2B03-FB29-711A-D89F939FC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62916-90AA-1AE1-5EE6-06D0267E6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1530-03D7-4F93-974C-85EA7F9839B4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70AC4-0B1B-E1F1-67BA-F35B9D30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C3CBF-6CDC-9513-86E9-A92EF77D0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7ACBB-D557-4F83-898E-93B77D747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9005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8E3DD-E397-D784-8615-BEEE90658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B47D7-6C72-47E9-4F6B-FD6546E23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86729-0234-96CD-788A-51A9832E3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833110-177D-F9CE-3A78-E0061DEB95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652611-7597-AECB-88FD-47F8B4C7C6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50F94-AC56-CA3D-DB6A-8FB760E17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1530-03D7-4F93-974C-85EA7F9839B4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2790A0-43F0-EA7B-44CB-5A009697F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336B11-5E5F-F170-305D-3FE62269E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7ACBB-D557-4F83-898E-93B77D747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08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82563-8198-A910-AB3C-2E662DD67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842398-C271-F878-AF89-57ED9ADD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1530-03D7-4F93-974C-85EA7F9839B4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9CBF65-B107-F371-BC15-A8FB23F81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D9BDF3-A031-B05B-6DE0-A70A672DB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7ACBB-D557-4F83-898E-93B77D747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427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A3D15C-9395-5188-8C29-AB426B53D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1530-03D7-4F93-974C-85EA7F9839B4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AE8BFD-39B7-17B0-6526-1FDFF947D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4AA90-418F-F3BF-179F-7BB94385F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7ACBB-D557-4F83-898E-93B77D747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733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F5B81-9D5C-7448-0554-E0D28F01D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46249-7209-FA1C-0E49-B58647221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562B1-E8D2-26E5-34C3-D859F1F28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0A6BC-11AF-885C-5895-1FBC648C0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1530-03D7-4F93-974C-85EA7F9839B4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210D5-16C1-FB98-38B4-CF5614250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4D23D-AF9D-E061-3D7E-B17C58D0A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7ACBB-D557-4F83-898E-93B77D747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4442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D62DB-D158-6273-6DEE-C64852620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A95052-B152-CE2E-27A9-B8990B4AB7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2B43F-FB8E-0372-48B0-0BC2045A1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896D-966A-D5D0-B7CC-2AF1F4964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1530-03D7-4F93-974C-85EA7F9839B4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2CB13-98C7-54A0-4231-42C939ECF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6F58D-CE94-7968-3D79-D6FA89C3A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7ACBB-D557-4F83-898E-93B77D747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2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CAB1E-011B-3924-E51A-434AEA60F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D301E-FBE6-DCF0-75D3-F8274AAB1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8B005-98A7-7745-C62E-CD7AD566E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1530-03D7-4F93-974C-85EA7F9839B4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70DC8-0700-B45A-D89B-C1A13D1E1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44167-BAAC-8F16-ECB6-13E43FCEA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7ACBB-D557-4F83-898E-93B77D747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725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9CF402-4814-4DE6-510F-11B0282DCA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06BBDF-F03D-A620-4A35-A10E389A6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10646-E377-89E5-A309-1495C2367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1530-03D7-4F93-974C-85EA7F9839B4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690F2-1E4B-8B8B-BF8A-4F898ED6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9B97D-14B1-CE96-8C62-B18ED75CC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7ACBB-D557-4F83-898E-93B77D747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547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0E1248-A169-AF3F-3991-A19283694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9275E-893A-56D5-1A25-ABC740C6D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A5894-F146-C60B-AB7C-46ACBB5BF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841530-03D7-4F93-974C-85EA7F9839B4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1199D-7C79-5C00-78CA-77DDEC3B7C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C9C3C-2FBD-A720-654C-AA0D47E5F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57ACBB-D557-4F83-898E-93B77D747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757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6D054-E070-F24F-2CD4-48923ADB23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E62749-3C42-084F-0068-DDDE7A530C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915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Lucius Njoku</dc:creator>
  <cp:lastModifiedBy>Lucius Njoku</cp:lastModifiedBy>
  <cp:revision>1</cp:revision>
  <dcterms:created xsi:type="dcterms:W3CDTF">2026-09-16T10:50:57Z</dcterms:created>
  <dcterms:modified xsi:type="dcterms:W3CDTF">2026-09-16T10:51:33Z</dcterms:modified>
</cp:coreProperties>
</file>